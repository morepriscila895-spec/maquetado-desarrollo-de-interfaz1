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93DC7-F3AF-44FB-BDDA-1C3B07681C3F}" v="3" dt="2026-06-02T15:00:41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261F6-0441-A015-3F2B-970AF742FA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D2B7B6-3C24-FAE6-F51E-03B047949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85E598-1CE3-9656-C30F-082EB898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45D1-9785-407D-9288-D22DDF69C82E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025382-CAF8-FD16-A162-6D237A05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3B8624-6B5C-52DE-52F9-07FDFE32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5EEE4-EE7A-4A51-A221-DCBECC8FC7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502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FC417-01F8-23C8-24CF-F5DEE2841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A93E68-B685-CAA1-C31C-08FBD9FB3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65EE5-7833-B2CF-FA54-AC2E4958E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45D1-9785-407D-9288-D22DDF69C82E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C184CA-EE27-BF2D-6125-30D04A49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A902E1-6311-D4A0-6439-AFEC0C86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5EEE4-EE7A-4A51-A221-DCBECC8FC7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896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400E04-03BE-6037-32A1-8772A03D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81495E-AE92-E568-503D-60901FBFD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C7FFA1-40A7-5E80-5256-ECA3AA26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45D1-9785-407D-9288-D22DDF69C82E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9FFCA6-5BA9-EDF5-2528-E564DEBB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DFD1AE-B423-6DB5-BF19-7F147C23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5EEE4-EE7A-4A51-A221-DCBECC8FC7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34077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1A2A3-6402-1CC2-70DF-928366E4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FEA9A6-6E51-4C00-3DFB-15AB5427CB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CBBFBC-D9FD-5EAD-F8AC-43C376DA0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7DF8B2-ABCE-5A28-B5F0-1A3F84EC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45D1-9785-407D-9288-D22DDF69C82E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98E7F0-9A51-6801-2345-056CDF181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75A674-79B6-CE4E-36EA-8A13B8B3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5EEE4-EE7A-4A51-A221-DCBECC8FC7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6327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AC8BB-A168-FA4A-4080-2AFE5FA6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58D2CF-8D29-1150-A53B-897010516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094D9F-E558-1BCF-0838-A9CD24799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F04699B-B9BB-8D57-6D7D-6CE6BD863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68F5506-E056-BF99-053D-BF6ABCABB2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205A237-5D5B-CCDC-5FB9-4CBA61A9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45D1-9785-407D-9288-D22DDF69C82E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FE90E7A-0DE4-F241-13E0-0C29AC0DD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73102B1-214C-F611-4B65-B736D083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5EEE4-EE7A-4A51-A221-DCBECC8FC7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18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616F4-62FC-367F-98EE-B69ABEC50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056524-3B0A-5389-3265-B9AA7D214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45D1-9785-407D-9288-D22DDF69C82E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7ADF906-A140-1D48-5E92-2A55E0743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CB1CBA-FC9F-ABED-0F5E-F3BF1CFC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5EEE4-EE7A-4A51-A221-DCBECC8FC7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990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DC25244-EBBA-9C96-23C2-EF3F3CAFE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45D1-9785-407D-9288-D22DDF69C82E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B1BBA5-5694-3661-EF3F-766F44E35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E0D4E1-086F-CE96-21BF-5515A04A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5EEE4-EE7A-4A51-A221-DCBECC8FC7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63430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161D5-586A-0A93-A8DF-5365F1CC8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429349-E533-DBEF-3A45-0C90093EA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CBAC70-6B66-637B-1EB5-EFE7986E7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A91344-BF91-7DE6-88D9-FED15D63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45D1-9785-407D-9288-D22DDF69C82E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2A71AD-A6DC-68E5-4336-CA8A42AED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24E593-0C7F-5EC0-0C5E-E2D837959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5EEE4-EE7A-4A51-A221-DCBECC8FC7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8986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80C19-0D21-21DE-47A5-EA535E46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985563C-08DE-E4BC-33B4-86B819F0EF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43B988-367A-D096-B542-F650558D3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95F323-2714-D607-2AD0-D4BE0FF7E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45D1-9785-407D-9288-D22DDF69C82E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2AA762-9DD2-68AD-1183-DA408E4D5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051084-7B21-2EBF-8943-5372C8A3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5EEE4-EE7A-4A51-A221-DCBECC8FC7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069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DE0DA-4D77-37E1-EE8C-FB9233FE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56201F-81D9-C567-5FE5-3A5886246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25B38D-09DE-1BC0-9CAE-A016B3E3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45D1-9785-407D-9288-D22DDF69C82E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F0FA23-31C9-4154-2817-4FACC8787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BE59A0-2E1A-78CD-B624-13C098E16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5EEE4-EE7A-4A51-A221-DCBECC8FC7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7398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E482B6-E4BF-6DF6-42A3-BC2F92DEB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4C9F28-0F57-B561-02D0-A0E0162AA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92FE9E-FF72-8F1B-91F4-9602374DA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F45D1-9785-407D-9288-D22DDF69C82E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0FE90E-CFF5-EED0-0824-14F8F9D2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9D50F1-6940-ED60-4569-D59C7DDD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5EEE4-EE7A-4A51-A221-DCBECC8FC7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1060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AD95A70-344B-69F8-C422-2E95F6988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FFC458-2664-0FBD-7245-98B659D3C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CE414E-8D59-BF96-FB2B-C4B71CB24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F45D1-9785-407D-9288-D22DDF69C82E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C24944-B518-267A-802B-23C8A4F89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284C0B-1590-1EE6-B110-76F4B322B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5EEE4-EE7A-4A51-A221-DCBECC8FC7E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7758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3860647-94E2-F874-E657-B5D91DFE6193}"/>
              </a:ext>
            </a:extLst>
          </p:cNvPr>
          <p:cNvSpPr txBox="1"/>
          <p:nvPr/>
        </p:nvSpPr>
        <p:spPr>
          <a:xfrm>
            <a:off x="0" y="137652"/>
            <a:ext cx="1133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dirty="0"/>
              <a:t>Maquetado de una banca móvil para personas adultas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702517-33E1-6244-C225-DDF183BBDC3F}"/>
              </a:ext>
            </a:extLst>
          </p:cNvPr>
          <p:cNvSpPr txBox="1"/>
          <p:nvPr/>
        </p:nvSpPr>
        <p:spPr>
          <a:xfrm>
            <a:off x="0" y="2493984"/>
            <a:ext cx="3598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800" dirty="0"/>
              <a:t>Integrantes del grupo: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A6A9C59-4011-1373-67D4-07EE62BD0434}"/>
              </a:ext>
            </a:extLst>
          </p:cNvPr>
          <p:cNvSpPr txBox="1"/>
          <p:nvPr/>
        </p:nvSpPr>
        <p:spPr>
          <a:xfrm>
            <a:off x="0" y="3146323"/>
            <a:ext cx="518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dirty="0" err="1"/>
              <a:t>Bajonero</a:t>
            </a:r>
            <a:r>
              <a:rPr lang="es-PE" sz="2400" dirty="0"/>
              <a:t> Paz Priscila Daniela</a:t>
            </a:r>
          </a:p>
          <a:p>
            <a:r>
              <a:rPr lang="es-PE" sz="2400" dirty="0"/>
              <a:t>Ayala Moreno Nayely Aracely</a:t>
            </a:r>
          </a:p>
          <a:p>
            <a:r>
              <a:rPr lang="es-PE" sz="2400" dirty="0"/>
              <a:t>Coras Orellano Dereck Hassan</a:t>
            </a:r>
          </a:p>
        </p:txBody>
      </p:sp>
    </p:spTree>
    <p:extLst>
      <p:ext uri="{BB962C8B-B14F-4D97-AF65-F5344CB8AC3E}">
        <p14:creationId xmlns:p14="http://schemas.microsoft.com/office/powerpoint/2010/main" val="308228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562A1D1-4634-A103-A305-2CACA2A65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09753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A5CF379-EA00-5947-9DB3-9AFAD2865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295" y="0"/>
            <a:ext cx="5900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469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19C03CC-A65E-4A0A-A25A-914A2032B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24785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FD41087-B94B-D3FE-CCF6-FA0C5615E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283" y="0"/>
            <a:ext cx="59357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489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9BD909F-48A6-D34D-D3CB-53F5570F7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13972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C9B7882-F519-DF3C-230E-B6732232E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019" y="0"/>
            <a:ext cx="5910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26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9A58AB9-9429-1D63-47A0-FAD2D25AF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17755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8582429-E705-FBC9-60ED-6DD7E142D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266" y="0"/>
            <a:ext cx="5945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8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8C3252E-3BFD-349A-8DB3-494E224A0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98673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B813F0F-C561-D411-C16E-E46C4742C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580" y="0"/>
            <a:ext cx="57324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59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E04F703-2281-904F-11F6-6BBA28327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97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786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</Words>
  <Application>Microsoft Office PowerPoint</Application>
  <PresentationFormat>Panorámica</PresentationFormat>
  <Paragraphs>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Kaos 27</dc:creator>
  <cp:lastModifiedBy>Kaos 27</cp:lastModifiedBy>
  <cp:revision>2</cp:revision>
  <dcterms:created xsi:type="dcterms:W3CDTF">2026-06-02T02:28:22Z</dcterms:created>
  <dcterms:modified xsi:type="dcterms:W3CDTF">2026-06-02T15:03:56Z</dcterms:modified>
</cp:coreProperties>
</file>